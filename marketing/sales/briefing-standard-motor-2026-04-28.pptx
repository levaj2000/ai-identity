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2194560"/>
            <a:ext cx="164592" cy="22860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6800" b="1">
                <a:solidFill>
                  <a:srgbClr val="FFFFFF"/>
                </a:solidFill>
                <a:latin typeface="Calibri"/>
              </a:rPr>
              <a:t>AI Identity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0">
                <a:solidFill>
                  <a:srgbClr val="C9D4E6"/>
                </a:solidFill>
                <a:latin typeface="Calibri"/>
              </a:rPr>
              <a:t>Cryptographic identity, policy, and audit for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9DA9C1"/>
                </a:solidFill>
                <a:latin typeface="Calibri"/>
              </a:rPr>
              <a:t>Briefing for Kevin Pentecost  ·  Standard Motor Co  ·  April 28,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F7D9C"/>
                </a:solidFill>
                <a:latin typeface="Calibri"/>
              </a:rPr>
              <a:t>Internal — founder reference for the conversation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30-second pitch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If I only get one sentence out, this is it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09728" cy="237744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6984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1">
                <a:solidFill>
                  <a:srgbClr val="0B1933"/>
                </a:solidFill>
                <a:latin typeface="Calibri"/>
              </a:rPr>
              <a:t>“AI Identity is the cryptographic identity, policy, and audit layer for AI agents — built from scratch for autonomous systems, not retrofitted from human IAM.”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66344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6B7280"/>
                </a:solidFill>
                <a:latin typeface="Calibri"/>
              </a:rPr>
              <a:t>What I'd love to walk you through today: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292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1.  The problem every security team is about to inherit (5 min)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27608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2.  How teams cope today, and why it doesn't actually work (5 min)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22976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3.  How AI Identity solves it — gateway, dual-key, forensic chain (10 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98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4.  Two scenarios from your world: parts ordering, customer service refunds (10 min)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016752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5.  What a Standard Motor pilot could look like (5 min)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AI agents are in production now — reading databases, calling APIs, moving money. Most companies treat them like anonymous scripts.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60000" cy="210312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You can't tell which agent took which action. Every agent shares the same service-account key — the audit log records the key, not the persona behind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1965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99632" y="1965960"/>
            <a:ext cx="60000" cy="21031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2" y="2148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Policy Enforcement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651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Agents get over-permissioned during the demo, and nothing gets removed. Permission drift becomes the steady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251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251960"/>
            <a:ext cx="60000" cy="2103120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434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No Forensic Record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When something goes wrong, there's no tamper-proof log to show a regulator. Standard application logs are mutable — anyone with write access can edit them.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9632" y="4251960"/>
            <a:ext cx="5440680" cy="21031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9632" y="4251960"/>
            <a:ext cx="60000" cy="210312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8232" y="44348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1">
                <a:solidFill>
                  <a:srgbClr val="0B1933"/>
                </a:solidFill>
                <a:latin typeface="Calibri"/>
              </a:rPr>
              <a:t>Traditional IAM Doesn't Fit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4937760"/>
            <a:ext cx="50749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Okta and Azure Entra are bolting agent features onto human-first architectures. They don't capture chain-of-thought, can't replay sessions, and treat agents as service accounts.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teams do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Every workaround has the same shape: the thing being audited is also the thing asserting its identity.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3200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82880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2440" y="1828800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1">
                <a:solidFill>
                  <a:srgbClr val="6B7280"/>
                </a:solidFill>
                <a:latin typeface="Calibri"/>
              </a:rPr>
              <a:t>WHY IT FALLS SHORT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48840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50000" cy="84124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Self-asserted metadata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Pass user_id / agent_name on every API call. Filter logs by it.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2240280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The agent declares its own name. A compromised agent can claim to be anyone.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26664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26664"/>
            <a:ext cx="50000" cy="84124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3118104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One API key per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18104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Generate a separate Anthropic / OpenAI key for each agent. Keys act as identity.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3118104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Keys never expire, no central revocation, secret sprawl. Every rotation is a multi-system deploy.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904488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904488"/>
            <a:ext cx="50000" cy="8412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995928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LLM observability proxies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995928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LangSmith, Langfuse, Helicone, Arize, Datadog LLM Obs. Tag each request with userId / sessionId.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3995928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Same self-assertion — tags come from the calling code. Now you trust the proxy too.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82312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82312"/>
            <a:ext cx="50000" cy="84124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873752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Workspaces / Projects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873752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Anthropic Workspaces, OpenAI Projects. Coarse-grained per-team partitioning.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873752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Useful for billing. Doesn't answer 'which agent inside the Workspace did this.'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660136"/>
            <a:ext cx="11091672" cy="84124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660136"/>
            <a:ext cx="50000" cy="84124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" y="5751576"/>
            <a:ext cx="31089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Internal gateway (homegrown)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5751576"/>
            <a:ext cx="41605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Route every model call through an in-house proxy. Verify mTLS or internal JWT.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5751576"/>
            <a:ext cx="3456432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00" b="0">
                <a:solidFill>
                  <a:srgbClr val="1A1F36"/>
                </a:solidFill>
                <a:latin typeface="Calibri"/>
              </a:rPr>
              <a:t>Verifies the workload, not the agent. Two agents in the same pod look identical. Quarter of platform work.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E09F3E"/>
                </a:solidFill>
                <a:latin typeface="Calibri"/>
              </a:rPr>
              <a:t>THE FUNDAMENTAL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332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“The thing being audited is also the thing asserting its identity. No external verification.”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327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C9D4E6"/>
                </a:solidFill>
                <a:latin typeface="Calibri"/>
              </a:rPr>
              <a:t>It's the equivalent of letting every employee write whatever name they want on the office sign-in sheet, and then pulling the sheet to investigate a break-in. AI Identity flips this — identity is verified by an external party (us), bound to a hardware-rooted key the agent never holds.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F7D9C"/>
                </a:solidFill>
                <a:latin typeface="Calibri"/>
              </a:rPr>
              <a:t>AI Identity  •  Briefing for Standard Motor Co  •  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AI Identity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Four pillars — every enterprise must answer four questions about its AI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269748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Identity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54B4B"/>
                </a:solidFill>
                <a:latin typeface="Calibri"/>
              </a:rPr>
              <a:t>Who is this agent?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Per-agent aid_sk_ keys. Issued, rotated, revoked, expired. SHA-256 hashed at rest. Compromise one — kill 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55848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55848" y="1965960"/>
            <a:ext cx="2697480" cy="1097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84448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What is it allowed to do?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4448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Deny-by-default gateway. Per-agent scopes, spend caps, allowed endpoints, allowed data. Enforced at runtime, not in a config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1965960"/>
            <a:ext cx="2697480" cy="109728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Forensics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8E6FE6"/>
                </a:solidFill>
                <a:latin typeface="Calibri"/>
              </a:rPr>
              <a:t>What did it actually do, and why?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HMAC-chained audit log. KMS-signed evidence packets. Step through any session — auth, policy checks, tool calls, blocks.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1965960"/>
            <a:ext cx="26974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4" y="1965960"/>
            <a:ext cx="26974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194560"/>
            <a:ext cx="2331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>
                <a:solidFill>
                  <a:srgbClr val="0B1933"/>
                </a:solidFill>
                <a:latin typeface="Calibri"/>
              </a:rPr>
              <a:t>Compliance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98864" y="2743200"/>
            <a:ext cx="2331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4F8FE5"/>
                </a:solidFill>
                <a:latin typeface="Calibri"/>
              </a:rPr>
              <a:t>Can you prove it to a regulator?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98864" y="3246120"/>
            <a:ext cx="233172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SOC 2 Type II, EU AI Act, NIST AI RMF, GDPR profiles. One-click export. Continuous, not annual.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gateway: &lt;50ms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Every agent request runs through a six-stage fail-closed pipeline. Decision target: under 50 milliseconds.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Rate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100/s per IP
60/s per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429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6292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19172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9172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83764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Key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83764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aid_sk_ verified
against KMS-hashed registry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83764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401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4306824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9704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9704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Agent Status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active / suspended /
revoked / expired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403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6277356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60236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60236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4828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Policy Match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4828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deny-by-default
context-aware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4828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403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8247888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430768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30768" y="2194560"/>
            <a:ext cx="1783080" cy="109728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Circuit Breaker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5 failures / 60s →
OPEN until probe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503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10218420" y="2971800"/>
            <a:ext cx="182880" cy="274320"/>
          </a:xfrm>
          <a:prstGeom prst="rightArrow">
            <a:avLst/>
          </a:prstGeom>
          <a:solidFill>
            <a:srgbClr val="E2E5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01300" y="2194560"/>
            <a:ext cx="1783080" cy="1828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401300" y="2194560"/>
            <a:ext cx="1783080" cy="1097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5892" y="2423160"/>
            <a:ext cx="1508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>
                <a:solidFill>
                  <a:srgbClr val="0B1933"/>
                </a:solidFill>
                <a:latin typeface="Calibri"/>
              </a:rPr>
              <a:t>Audit Log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5892" y="2971800"/>
            <a:ext cx="150876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50" b="0">
                <a:solidFill>
                  <a:srgbClr val="1A1F36"/>
                </a:solidFill>
                <a:latin typeface="Calibri"/>
              </a:rPr>
              <a:t>HMAC-chained,
append-only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65892" y="3611880"/>
            <a:ext cx="1508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Calibri"/>
              </a:rPr>
              <a:t>on fail → 200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29768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Why &lt;50ms matters operationally: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1520" y="4709160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Inline enforcement on the agent's hot path — your agents stay fast.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1520" y="5001768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Fail-closed: any exception or timeout = DENY. Security default, not a config switch.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294376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4 thread-pool workers, 500ms hard timeout, circuit breaker isolates a misbehaving downstream.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586984"/>
            <a:ext cx="10972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•  Public deployment runs on GKE Autopilot in us-east1 — multi-region path on the H2 roadmap.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The dual-key story (actually three keys)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Forging an audit trail would require compromising two separately-held secrets. The hardest one is in an HSM that even we can't read.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60000" cy="1417320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84832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Runtime key  ·  aid_sk_…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Per-agent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084832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Held by the agent. Used to authenticate requests at the gateway. Rotatable. Revocable. SHA-256 hashed at rest. Shown once at creation, never again.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971800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ONE agent.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10712"/>
            <a:ext cx="60000" cy="141732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575304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HMAC chain key  ·  audit_hmac_key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Per-org, in app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575304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Signs every audit log row. Each row is HMAC-linked to the previous one — tamper with any record and the chain breaks. Lives in the AI Identity application database.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4462272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chain integrity for that org.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01184"/>
            <a:ext cx="11091672" cy="141732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901184"/>
            <a:ext cx="60000" cy="1417320"/>
          </a:xfrm>
          <a:prstGeom prst="rect">
            <a:avLst/>
          </a:prstGeom>
          <a:solidFill>
            <a:srgbClr val="8E6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065776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Forensic signing key  ·  EC_SIGN_P256_SHA256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68112"/>
            <a:ext cx="4023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8E6FE6"/>
                </a:solidFill>
                <a:latin typeface="Calibri"/>
              </a:rPr>
              <a:t>Per-org, in GCP KMS HSM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5065776"/>
            <a:ext cx="649224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Signs every evidence packet at session close. The private half lives in Google's FIPS 140-2 Level 3 hardware. AI Identity itself has never seen it. Public key published via JWKS for offline verification.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37760" y="5952744"/>
            <a:ext cx="6492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6B7280"/>
                </a:solidFill>
                <a:latin typeface="Calibri"/>
              </a:rPr>
              <a:t>Compromise blast radius: requires breaking an HSM.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35508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To forge a session, an attacker needs BOTH the HMAC key AND the KMS private key. The KMS private key never leaves the HSM.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a signed attestation proves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What you can hand a SOC 2 auditor or a regulator — and what you still need other evidence for.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4406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5440680" cy="1097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36A16B"/>
                </a:solidFill>
                <a:latin typeface="Calibri"/>
              </a:rPr>
              <a:t>PROVES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envelope was produced by the key identified in signer_key_id.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At signed_at, AI Identity had those specific audit rows in the state they appear now.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86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rows form a contiguous HMAC chain — no insertions, deletions, or modifications since.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48056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Re-ordering or swapping rows is detectable via the chain's tail hash.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07492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✓  The committed range is self-consistent: row count and IDs match.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965960"/>
            <a:ext cx="5440680" cy="411480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965960"/>
            <a:ext cx="5440680" cy="1097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2194560"/>
            <a:ext cx="50292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E54B4B"/>
                </a:solidFill>
                <a:latin typeface="Calibri"/>
              </a:rPr>
              <a:t>DOES NOT PROVE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269748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Whether the agent's *intent* was good — attestation binds rows, rows record gateway decisions.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329184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Whether a denial was *correct by policy* — attestation says what the gateway decided, not whether the policy was right.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8232" y="388620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Sub-second timing within the session — only signed_at is the signer's timestamp.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8232" y="448056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Events outside the committed range — needs a separate attestation.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28232" y="5074920"/>
            <a:ext cx="50292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1A1F36"/>
                </a:solidFill>
                <a:latin typeface="Calibri"/>
              </a:rPr>
              <a:t>×  That AI Identity itself wasn't compromised — that's why the HMAC chain uses a *different* key (see prior slide).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6B7280"/>
                </a:solidFill>
                <a:latin typeface="Calibri"/>
              </a:rPr>
              <a:t>Honest framing matters with auditors. Overclaiming is how trust gets burned.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Scenario 1: parts ordering AI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The kind of system Standard Motor's parts/procurement team is one product cycle away from running in production.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An AI agent monitors inventory, reorders parts when stock falls below threshold, splits orders across approved suppliers, and updates the ERP. Humans are looped in on orders &gt; $X. The agent has access to supplier APIs, the ERP, and the company AmEx.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RISKS without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Prompt injection in a supplier email reorders 10× normal qty before anyone notices.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Compromised key wires payment to a fraudulent supplier added by the attacker.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Over-permissioned agent silently raises its own credit limit during a 'just one more thing' iteration.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Auditor asks 'why did this $250K order go through' — no clean evidence trail to answer.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6A16B"/>
                </a:solidFill>
                <a:latin typeface="Calibri"/>
              </a:rPr>
              <a:t>HOW AI IDENTITY HELPS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52044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spend cap. The policy denies any order &gt; $X without human-in-the-loop.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416052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Supplier allowlist enforced at the gateway. New supplier ≠ in allowlist = 403, audited.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80060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scopes. Credit-limit endpoints are explicitly denied; 'just one more thing' becomes a deploy event, not a runtime change.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544068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KMS-signed evidence packet for every session. Replay the agent's reasoning chain for the auditor in 30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Scenario 2: customer service refund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A direct-to-customer use case Standard Motor's CX team will face the moment they pilot a tier-1 deflection bot.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Calibri"/>
              </a:rPr>
              <a:t>THE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11091672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1A1F36"/>
                </a:solidFill>
                <a:latin typeface="Calibri"/>
              </a:rPr>
              <a:t>An AI agent reviews customer accounts, looks up order history, can issue refunds up to $X without escalation. Reads from your CRM, has scoped write access to your billing system, and can email customers.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54B4B"/>
                </a:solidFill>
                <a:latin typeface="Calibri"/>
              </a:rPr>
              <a:t>RISKS without us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Prompt injection in a customer message convinces the agent to issue a $1,200 refund on a $50 order.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0000" cy="566928"/>
          </a:xfrm>
          <a:prstGeom prst="rect">
            <a:avLst/>
          </a:prstGeom>
          <a:solidFill>
            <a:srgbClr val="E54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Agent's session leaks PII — full payment cards, addresses — into the model provider's logs.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80060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Months later, a class action alleges biased refund decisions. Your defense is application logs.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5440680"/>
            <a:ext cx="50000" cy="566928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Stolen agent credential issues hundreds of small refunds to attacker-controlled accounts overnight.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99632" y="3154680"/>
            <a:ext cx="5440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36A16B"/>
                </a:solidFill>
                <a:latin typeface="Calibri"/>
              </a:rPr>
              <a:t>HOW AI IDENTITY HELPS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2" y="352044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2" y="352044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359359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Per-agent refund cap enforced at the gateway. Anything above $X is denied or routed to a human.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9632" y="416052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416052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9944" y="423367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PII-scoped policies. Card numbers are tokenized before they reach the model provider; outbound calls deny by default.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480060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99632" y="480060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9944" y="487375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Cryptographically chained reasoning log. Replay every refund decision; export the SOC 2 evidence package.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99632" y="5440680"/>
            <a:ext cx="5440680" cy="566928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99632" y="5440680"/>
            <a:ext cx="50000" cy="566928"/>
          </a:xfrm>
          <a:prstGeom prst="rect">
            <a:avLst/>
          </a:prstGeom>
          <a:solidFill>
            <a:srgbClr val="36A1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9944" y="5513832"/>
            <a:ext cx="5120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Anomaly detection: spike of refund requests from a single agent triggers automatic suspension within seconds.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What this looks like operationally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How Kevin's team would actually use AI Identity day-to-day.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084832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Engineer registers a new agent.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40280" y="24688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Single API call → returns aid_sk_ once. Permissions default to deny. Engineer writes a policy: 'this agent can call /reorder, max $5K/day, supplier in {approved-list}.' Reviewed and approved by Kevin's team in the dashboard.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44952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44952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364992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1, 30 mins later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0280" y="3163824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First request hits the gateway.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3547872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Sub-50ms decision: rate limit OK, key valid, agent active, policy match, no circuit breakers tripped. Allowed. Logged. Customer sees a normal API response.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23944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123944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443984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Day 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4242816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An anomaly fires.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4626864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Agent suddenly tries 50 reorders in 60 seconds. Anomaly detection flags it; auto-revoke kicks in; Kevin gets paged with the agent ID and the last 100 audit rows pre-filtered.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02936"/>
            <a:ext cx="11091672" cy="10058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202936"/>
            <a:ext cx="1554480" cy="100584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522976"/>
            <a:ext cx="1417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E09F3E"/>
                </a:solidFill>
                <a:latin typeface="Calibri"/>
              </a:rPr>
              <a:t>Quarterly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5321808"/>
            <a:ext cx="9326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0B1933"/>
                </a:solidFill>
                <a:latin typeface="Calibri"/>
              </a:rPr>
              <a:t>SOC 2 audit shows 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05856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Click 'Export → SOC 2 Type II.' You hand the auditor an attestation envelope, the audit log range it commits to, and the JWKS public key. They verify offline with the open-source CLI. No back-and-forth.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How we differ from Okta, Entra, CyberArk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They're retrofitting agent features onto human-first architectures. We were built from scratch for autonomous systems.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36576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938527"/>
            <a:ext cx="2286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938527"/>
            <a:ext cx="4123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Human IAM (Okta / Entra / CyberArk)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70648" y="1938527"/>
            <a:ext cx="412394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AI Identity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40279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2350007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Identity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2350007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User accounts, service accounts, OAuth tokens — built for sessions a human starts.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70648" y="2350007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Per-agent runtime keys, attached to a verified persona, rotated/revoked by API.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54095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163823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Policy granularity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54680" y="3163823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Role-based: this group can access this app.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70648" y="3163823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Per-decision: this agent, this endpoint, this argument, this spend cap, evaluated at runtime.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67911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3977639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Audit 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977639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Mutable application logs. Tamper-evident only if you bolt on a SIEM with WORM storage.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0648" y="3977639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HMAC-chained at write time. Tamper detection is a property of the log, not of an external system.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681727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3232" y="4791455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Forensic export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791455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You write a query. The auditor takes your word for 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70648" y="4791455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DSSE-signed evidence packet + JWKS. The auditor verifies offline against an HSM-backed key.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495543"/>
            <a:ext cx="11091672" cy="77724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5605271"/>
            <a:ext cx="22860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50" b="1">
                <a:solidFill>
                  <a:srgbClr val="0B1933"/>
                </a:solidFill>
                <a:latin typeface="Calibri"/>
              </a:rPr>
              <a:t>Designed for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5605271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6B7280"/>
                </a:solidFill>
                <a:latin typeface="Calibri"/>
              </a:rPr>
              <a:t>Humans (millions of them) authenticating to apps.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70648" y="5605271"/>
            <a:ext cx="411480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1">
                <a:solidFill>
                  <a:srgbClr val="1A1F36"/>
                </a:solidFill>
                <a:latin typeface="Calibri"/>
              </a:rPr>
              <a:t>Agents (millions of them) running with delegated authority and chain-of-thought reasoning.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400" b="1">
                <a:solidFill>
                  <a:srgbClr val="0B1933"/>
                </a:solidFill>
                <a:latin typeface="Calibri"/>
              </a:rPr>
              <a:t>Likely objections — and the honest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91672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500" b="0">
                <a:solidFill>
                  <a:srgbClr val="6B7280"/>
                </a:solidFill>
                <a:latin typeface="Calibri"/>
              </a:rPr>
              <a:t>What I'd expect Kevin to push on, and how I'd respond.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11091672" cy="12700"/>
          </a:xfrm>
          <a:prstGeom prst="rect">
            <a:avLst/>
          </a:prstGeom>
          <a:solidFill>
            <a:srgbClr val="E2E5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45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“Why not just rotate keys per agent in our existing IAM?”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59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You can. But Okta/Entra are session-oriented; an agent isn't a session, it's a long-lived process making thousands of decisions. You'd end up building the policy engine and the forensic chain on top of them — that's a quarter of platform work for something we sell as a product.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8803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“What's the latency on the hot path?”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003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Gateway target is &lt;50ms p99 per enforcement decision. Verification of attestations is fully offline — your runtime never blocks on us. Scale your agents to a million calls/sec; we don't care.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033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033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7947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“How does this work with our SIEM?”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147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Audit export API. Push to Splunk, Sentinel, or a custom sink. Our log is the source of truth; your SIEM is the analytics layer.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177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177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7091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 if AI Identity itself gets compromised?”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291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The HMAC chain key and the KMS signing key are held in different systems — DB and HSM. Forging history requires both. The KMS key has never been seen by an AI Identity process. Auditors can verify against the HSM directly via gcloud.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532119"/>
            <a:ext cx="11091672" cy="868680"/>
          </a:xfrm>
          <a:prstGeom prst="rect">
            <a:avLst/>
          </a:prstGeom>
          <a:solidFill>
            <a:srgbClr val="F5F7FA"/>
          </a:solidFill>
          <a:ln w="6350">
            <a:solidFill>
              <a:srgbClr val="E2E5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5532119"/>
            <a:ext cx="60000" cy="868680"/>
          </a:xfrm>
          <a:prstGeom prst="rect">
            <a:avLst/>
          </a:prstGeom>
          <a:solidFill>
            <a:srgbClr val="4F8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23559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1">
                <a:solidFill>
                  <a:srgbClr val="0B1933"/>
                </a:solidFill>
                <a:latin typeface="Calibri"/>
              </a:rPr>
              <a:t>“What does this cost?”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943599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050" b="0">
                <a:solidFill>
                  <a:srgbClr val="1A1F36"/>
                </a:solidFill>
                <a:latin typeface="Calibri"/>
              </a:rPr>
              <a:t>Free $0, Pro $79, Business $299, Business+ $599 — published rate-card. Enterprise is $1,500/mo multi-tenant or $3,000/mo dedicated VPC. Standard Motor specifically: 90 days of Enterprise free as our founding customer; Year 1+ locked at the rate-card Enterprise price for 24 months.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AI Identity  •  Briefing for Standard Motor Co  •  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9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6012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>
                <a:solidFill>
                  <a:srgbClr val="E09F3E"/>
                </a:solidFill>
                <a:latin typeface="Calibr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Standard Motor as our founding Enterprise customer.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>
                <a:solidFill>
                  <a:srgbClr val="C9D4E6"/>
                </a:solidFill>
                <a:latin typeface="Calibri"/>
              </a:rPr>
              <a:t>90 days of the Enterprise tier — free. No commitment. Walk away at day 90 if it isn't a fit.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346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ENTERPRISE TIER — INCLUDED FOR 90 DAYS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546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E9EEF8"/>
                </a:solidFill>
                <a:latin typeface="Calibri"/>
              </a:rPr>
              <a:t>·  Unlimited agents     ·  Unlimited requests     ·  Unlimited audit retention     ·  Full SSO + SAML / SCIM     ·  Compliance evidence export     ·  Team roles + agent assignments     ·  Human-in-the-loop review     ·  On-premise / VPC deployment option     ·  Dedicated support + 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WHAT FOUNDING-CUSTOMER STATUS ADDS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98848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9EEF8"/>
                </a:solidFill>
                <a:latin typeface="Calibri"/>
              </a:rPr>
              <a:t>·  Direct founder line — same-day responsiveness.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91456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9EEF8"/>
                </a:solidFill>
                <a:latin typeface="Calibri"/>
              </a:rPr>
              <a:t>·  First three policies authored with you, not by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84064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9EEF8"/>
                </a:solidFill>
                <a:latin typeface="Calibri"/>
              </a:rPr>
              <a:t>·  Real influence on the roadmap during evaluation.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76672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9EEF8"/>
                </a:solidFill>
                <a:latin typeface="Calibri"/>
              </a:rPr>
              <a:t>·  Pricing locked at evaluation rates if you continue past day 90.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3327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>
                <a:solidFill>
                  <a:srgbClr val="E9EEF8"/>
                </a:solidFill>
                <a:latin typeface="Calibri"/>
              </a:rPr>
              <a:t>·  Optional named launch case study, with your sign-off on every quote.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1">
                <a:solidFill>
                  <a:srgbClr val="E09F3E"/>
                </a:solidFill>
                <a:latin typeface="Calibri"/>
              </a:rPr>
              <a:t>AT DAY 90 — TRANSPARENT PRICING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610819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100" b="0">
                <a:solidFill>
                  <a:srgbClr val="E9EEF8"/>
                </a:solidFill>
                <a:latin typeface="Calibri"/>
              </a:rPr>
              <a:t>Multi-tenant Enterprise: $1,500/mo, locked 24 months  ·  Dedicated VPC: $3,000/mo, locked 24 months  ·  Or step down: Pro $79 / Business $299 / Business+ $599.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110916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0">
                <a:solidFill>
                  <a:srgbClr val="6F7D9C"/>
                </a:solidFill>
                <a:latin typeface="Calibri"/>
              </a:rPr>
              <a:t>AI Identity  •  Briefing for Standard Motor Co  •  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