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Agent Lifecycle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Student's Guide to Secure Autonomy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 Training Series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Agents Need an Identity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1463040"/>
          </a:xfrm>
          <a:prstGeom prst="rect">
            <a:avLst/>
          </a:prstGeom>
          <a:solidFill>
            <a:srgbClr val="16161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9202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teams treat agents as anonymous scripts sharing a single high-privilege API key. If one agent is compromised, your entire infrastructure is exposed.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63240"/>
            <a:ext cx="3749040" cy="914400"/>
          </a:xfrm>
          <a:prstGeom prst="rect">
            <a:avLst/>
          </a:prstGeom>
          <a:solidFill>
            <a:srgbClr val="1C1C1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3200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agent made this $400 call?"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3063240"/>
            <a:ext cx="3749040" cy="914400"/>
          </a:xfrm>
          <a:prstGeom prst="rect">
            <a:avLst/>
          </a:prstGeom>
          <a:solidFill>
            <a:srgbClr val="1C1C1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83480" y="32004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script accessed this sensitive database?"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granular identity layer, these questions are unanswerable.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Comparing Identity Models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29260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Shared 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Cryptographic Identities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Anonymous; impossible to track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action tied to unique agent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key exposes all credentials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Scoped tokens; zero blast radius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access; no isolation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RLS with 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or tampered audit trails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HMAC-chained 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16161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1148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40233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 shifts the security model from shared, opaque keys to individual cryptographic identities.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Creation &amp; Policy Configuration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49040" cy="1828800"/>
          </a:xfrm>
          <a:prstGeom prst="rect">
            <a:avLst/>
          </a:prstGeom>
          <a:solidFill>
            <a:srgbClr val="16161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CRUD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1965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agent with Name, Description, and unique ID. The system generates a Scoped Agent Token.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stored. Plaintext never saved.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749040" cy="1828800"/>
          </a:xfrm>
          <a:prstGeom prst="rect">
            <a:avLst/>
          </a:prstGeom>
          <a:solidFill>
            <a:srgbClr val="16161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544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Vault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83480" y="1965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provider credentials (OpenAI, Anthropic) are encrypted at rest using Fernet encryption.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98348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never sees these keys.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Critical Guardrails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40080" y="3840480"/>
            <a:ext cx="2560320" cy="1005840"/>
          </a:xfrm>
          <a:prstGeom prst="rect">
            <a:avLst/>
          </a:prstGeom>
          <a:solidFill>
            <a:srgbClr val="1C1C1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7764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Caps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7724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dollar limits per request to prevent runaway loops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429000" y="3840480"/>
            <a:ext cx="2560320" cy="1005840"/>
          </a:xfrm>
          <a:prstGeom prst="rect">
            <a:avLst/>
          </a:prstGeom>
          <a:solidFill>
            <a:srgbClr val="1C1C1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9776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93192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Restrictions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56616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agents to specific tools and APIs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217920" y="3840480"/>
            <a:ext cx="2560320" cy="1005840"/>
          </a:xfrm>
          <a:prstGeom prst="rect">
            <a:avLst/>
          </a:prstGeom>
          <a:solidFill>
            <a:srgbClr val="1C1C1F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97764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72084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635508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frequency and authorized action windows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Proxy Gateway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0" y="685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"Runtime Guardian"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solidFill>
            <a:srgbClr val="1A0F00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37160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PRINCIPLE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gateway encounters a timeout, open circuit breaker, or missing policy, it DENIES by default. Security is never optional.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Sequence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3090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Submission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291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sends API call to the Proxy Gateway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685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extracts and verifies the Scoped Agent Token (SHA-256)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4279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Evaluation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4480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queries the Policy &amp; Decision Engine for guardrail checks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Safety Nets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212080" y="3108960"/>
            <a:ext cx="3291840" cy="502920"/>
          </a:xfrm>
          <a:prstGeom prst="rect">
            <a:avLst/>
          </a:prstGeom>
          <a:solidFill>
            <a:srgbClr val="16161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3200400"/>
            <a:ext cx="274320" cy="2743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760720" y="31272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760720" y="3337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Severs connection to failing upstream providers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212080" y="3749040"/>
            <a:ext cx="3291840" cy="502920"/>
          </a:xfrm>
          <a:prstGeom prst="rect">
            <a:avLst/>
          </a:prstGeom>
          <a:solidFill>
            <a:srgbClr val="16161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3840480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760720" y="3767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Key-Type Enforcement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760720" y="3977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Admin Keys from Runtime Keys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212080" y="4389120"/>
            <a:ext cx="3291840" cy="502920"/>
          </a:xfrm>
          <a:prstGeom prst="rect">
            <a:avLst/>
          </a:prstGeom>
          <a:solidFill>
            <a:srgbClr val="16161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4480560"/>
            <a:ext cx="274320" cy="27432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760720" y="44074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5760720" y="4617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Per-IP and per-agent quota enforcement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Enforcement &amp; The Audit Trail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Outcomes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560320" cy="1371600"/>
          </a:xfrm>
          <a:prstGeom prst="rect">
            <a:avLst/>
          </a:prstGeom>
          <a:solidFill>
            <a:srgbClr val="16161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83080"/>
            <a:ext cx="2560320" cy="36576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9659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budget, permitted endpoint, valid key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520440" y="1783080"/>
            <a:ext cx="2560320" cy="1371600"/>
          </a:xfrm>
          <a:prstGeom prst="rect">
            <a:avLst/>
          </a:prstGeom>
          <a:solidFill>
            <a:srgbClr val="16161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20440" y="1783080"/>
            <a:ext cx="2560320" cy="36576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9659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576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 guardrail; blocked with 403 error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0" y="1783080"/>
            <a:ext cx="2377440" cy="1371600"/>
          </a:xfrm>
          <a:prstGeom prst="rect">
            <a:avLst/>
          </a:prstGeom>
          <a:solidFill>
            <a:srgbClr val="16161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0" y="1783080"/>
            <a:ext cx="2377440" cy="36576"/>
          </a:xfrm>
          <a:prstGeom prst="rect">
            <a:avLst/>
          </a:prstGeom>
          <a:solidFill>
            <a:srgbClr val="FCD34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9659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4652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request paused until admin approves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40080" y="3429000"/>
            <a:ext cx="7863840" cy="1417320"/>
          </a:xfrm>
          <a:prstGeom prst="rect">
            <a:avLst/>
          </a:prstGeom>
          <a:solidFill>
            <a:srgbClr val="16161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118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HMAC-Chained Audit Log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371600" y="3931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log entry contains a cryptographic hash of the previous entry, creating an immutable chain of evidence. If any entry is tampered with, the chain breaks immediately.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1371600" y="4480560"/>
            <a:ext cx="1371600" cy="274320"/>
          </a:xfrm>
          <a:prstGeom prst="rect">
            <a:avLst/>
          </a:prstGeom>
          <a:solidFill>
            <a:srgbClr val="1C1C1F"/>
          </a:solidFill>
          <a:ln/>
        </p:spPr>
      </p:sp>
      <p:sp>
        <p:nvSpPr>
          <p:cNvPr id="26" name="Text 20"/>
          <p:cNvSpPr/>
          <p:nvPr/>
        </p:nvSpPr>
        <p:spPr>
          <a:xfrm>
            <a:off x="1371600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1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2743200" y="44622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3200400" y="4480560"/>
            <a:ext cx="1371600" cy="274320"/>
          </a:xfrm>
          <a:prstGeom prst="rect">
            <a:avLst/>
          </a:prstGeom>
          <a:solidFill>
            <a:srgbClr val="1C1C1F"/>
          </a:solidFill>
          <a:ln/>
        </p:spPr>
      </p:sp>
      <p:sp>
        <p:nvSpPr>
          <p:cNvPr id="29" name="Text 23"/>
          <p:cNvSpPr/>
          <p:nvPr/>
        </p:nvSpPr>
        <p:spPr>
          <a:xfrm>
            <a:off x="3200400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2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4572000" y="44622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5029200" y="4480560"/>
            <a:ext cx="1371600" cy="274320"/>
          </a:xfrm>
          <a:prstGeom prst="rect">
            <a:avLst/>
          </a:prstGeom>
          <a:solidFill>
            <a:srgbClr val="1C1C1F"/>
          </a:solidFill>
          <a:ln/>
        </p:spPr>
      </p:sp>
      <p:sp>
        <p:nvSpPr>
          <p:cNvPr id="32" name="Text 26"/>
          <p:cNvSpPr/>
          <p:nvPr/>
        </p:nvSpPr>
        <p:spPr>
          <a:xfrm>
            <a:off x="5029200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3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6400800" y="44622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6858000" y="4480560"/>
            <a:ext cx="1371600" cy="274320"/>
          </a:xfrm>
          <a:prstGeom prst="rect">
            <a:avLst/>
          </a:prstGeom>
          <a:solidFill>
            <a:srgbClr val="1C1C1F"/>
          </a:solidFill>
          <a:ln/>
        </p:spPr>
      </p:sp>
      <p:sp>
        <p:nvSpPr>
          <p:cNvPr id="35" name="Text 29"/>
          <p:cNvSpPr/>
          <p:nvPr/>
        </p:nvSpPr>
        <p:spPr>
          <a:xfrm>
            <a:off x="6858000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"So What?" of Agent Management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solidFill>
            <a:srgbClr val="16161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71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minutes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840480" y="1371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production — not 15 weeks.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Startup Speed and Enterprise Security.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97480"/>
          <a:ext cx="7863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651760"/>
                <a:gridCol w="26517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Outcome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Pillar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Identity Creation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 &amp; Fernet Encryption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Proxy Routing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MitM Proxy &amp; Fail-Closed 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Policy Enforcement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HMAC-SHA256 Integrity Chain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solidFill>
            <a:srgbClr val="1A0F00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37083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42519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your fleet of AI agents grows, your security posture scales with it.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Identity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gets an identity.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www.ai-identity.co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Agent Lifecycle: A Student's Guide to Secure Autonomy</dc:title>
  <dc:subject>PptxGenJS Presentation</dc:subject>
  <dc:creator>AI Identity</dc:creator>
  <cp:lastModifiedBy>AI Identity</cp:lastModifiedBy>
  <cp:revision>1</cp:revision>
  <dcterms:created xsi:type="dcterms:W3CDTF">2026-03-27T16:59:45Z</dcterms:created>
  <dcterms:modified xsi:type="dcterms:W3CDTF">2026-03-27T16:59:45Z</dcterms:modified>
</cp:coreProperties>
</file>