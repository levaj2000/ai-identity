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Every Agent. Close Every Deal.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•  Policy  •  Compliance  •  Forensics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  |  Founder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Exploding… But Security Is Broken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3474720" cy="13716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agentic AI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#1 concern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474720" cy="13716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ill-equipped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attacks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474720" cy="13716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formal AI identity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474720" cy="13716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pressured to loosen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 keys + invisible agent actions = massive breach &amp; compliance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Identity: The Missing Security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211580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2115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15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per-agent registration &amp; scoped credentials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2689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289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2034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gateway enforcement agents cannot bypass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26380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3263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863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774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logs + SOC 2 / EU AI Act readiness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3780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837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437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514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replay, anomaly detection, root-cause export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Sell 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Profile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→ Series B (or enterprise teams)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production AI agents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Fintech, Healthcare, DevOps SaaS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— bottom-up entry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Security/Compliance Lead — key approver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VP Eng — budget owner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— enterprise deals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0" cy="2011680"/>
          </a:xfrm>
          <a:prstGeom prst="line">
            <a:avLst/>
          </a:prstGeom>
          <a:noFill/>
          <a:ln w="12700">
            <a:solidFill>
              <a:srgbClr val="23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Signals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keys  •  Audit blockers  •  Security reviews halting rollouts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1234440"/>
            <a:ext cx="1828800" cy="256032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8660" y="2286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req/mo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logs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28900" y="1234440"/>
            <a:ext cx="1828800" cy="2560320"/>
          </a:xfrm>
          <a:prstGeom prst="rect">
            <a:avLst/>
          </a:prstGeom>
          <a:solidFill>
            <a:srgbClr val="232342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6060" y="1325880"/>
            <a:ext cx="15544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66060" y="1325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289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289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66060" y="25146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6300" y="1234440"/>
            <a:ext cx="1828800" cy="256032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5" name="Text 13"/>
          <p:cNvSpPr/>
          <p:nvPr/>
        </p:nvSpPr>
        <p:spPr>
          <a:xfrm>
            <a:off x="46863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863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3460" y="2286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policies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SAML, teams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43700" y="1234440"/>
            <a:ext cx="1828800" cy="256032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9" name="Text 17"/>
          <p:cNvSpPr/>
          <p:nvPr/>
        </p:nvSpPr>
        <p:spPr>
          <a:xfrm>
            <a:off x="67437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437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80860" y="2286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forensics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on-prem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Repeatable Sales Process (4–12 Weeks)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8745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194560"/>
            <a:ext cx="8229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Qualify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8745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8229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2194560"/>
            <a:ext cx="8229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POC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18745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2240" y="2194560"/>
            <a:ext cx="8229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8745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2651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via Free/Pro, then land-and-expand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Discovery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agents are in (or moving to) production?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auth method are agents using today?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security/compliance blockers slowed your rollout?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bad agent incident cost your team?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frameworks are your agents built on?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Demo Structure (Under 20 Min)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1540" y="1600200"/>
            <a:ext cx="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34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their pain — shared keys → invisible risk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1540" y="2148840"/>
            <a:ext cx="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Identity registration + scoped credentials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" y="2697480"/>
            <a:ext cx="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fail-closed Policy gateway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1540" y="3246120"/>
            <a:ext cx="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moment: Compliance logs + Forensics replay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their scale &amp; use case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replay is usually the closer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Objections &amp; Responses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expensive"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breach exceeds annual subscription. Start with Pro trial.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use Okta/Auth0"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for humans. We're agent-native with forensics.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early"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880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secures agents from day one. No commitment.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"Long security review"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520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audit exports and support your process directly.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6858000" cy="6858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agent/request limits or need forensics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240280"/>
            <a:ext cx="6309360" cy="6858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2402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→ Business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2587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growth + compliance requirements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3108960"/>
            <a:ext cx="5760720" cy="685800"/>
          </a:xfrm>
          <a:prstGeom prst="rect">
            <a:avLst/>
          </a:prstGeom>
          <a:solidFill>
            <a:srgbClr val="232342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31089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→ Enterprise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7744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org rollout + custom needs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revenue comes from expansion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Track &amp; Do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53312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Free → Pro conversion rate weekly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sheet (source, stage, next step, close date)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450592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3–5 design partner case studies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999232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X/LinkedIn content + framework integrations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547872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one-pager PDF of pricing + four pillars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Sales Playbook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Secure the Agent Economy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= Confidence at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with verified identity + provable 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926080"/>
            <a:ext cx="45720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your first design partner call or trial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jeff@ai-identity.co  |  ai-identity.co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•  Policy  •  Compliance  •  Forensics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Identity Sales Playbook</dc:title>
  <dc:subject>PptxGenJS Presentation</dc:subject>
  <dc:creator>AI Identity</dc:creator>
  <cp:lastModifiedBy>AI Identity</cp:lastModifiedBy>
  <cp:revision>1</cp:revision>
  <dcterms:created xsi:type="dcterms:W3CDTF">2026-03-26T22:34:59Z</dcterms:created>
  <dcterms:modified xsi:type="dcterms:W3CDTF">2026-03-26T22:34:59Z</dcterms:modified>
</cp:coreProperties>
</file>